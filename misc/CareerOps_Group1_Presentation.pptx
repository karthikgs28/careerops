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9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223" autoAdjust="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04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14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CareerOps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645920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Career Operating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645920" y="2423160"/>
            <a:ext cx="5943600" cy="2743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45920" y="2514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Analysis  ·  Resume Tailoring  ·  Application Tracking  ·  Analytics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Streamlit, Python, PostgreSQL, LangChain &amp; Multi-Provider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Job Search Pain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resume tailoring is broken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7830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apply to many roles, each with different requirements &amp; keywords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tailoring is repetitive and time-consuming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resumes &amp; job descriptions into multiple AI tools repeatedly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inconsistent — each AI session lacks shared context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track resume versions, match scores, and application progress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94960" y="1143000"/>
            <a:ext cx="3383280" cy="3474720"/>
          </a:xfrm>
          <a:prstGeom prst="rect">
            <a:avLst/>
          </a:prstGeom>
          <a:solidFill>
            <a:srgbClr val="1A1F5E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3212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32120" y="17830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spend hours rewriting the same resume for every application — with no memory, no tracking, and no consistency across AI tools.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Platform, Multiple AI Models, Multiple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CareerOps Vision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Multi-Model Platform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multiple AI providers under one roof — Gemini, OpenAI, Grok, Qwen, and Ollama.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18872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298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AI Agents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16459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clear roles and instructions, like a professional resume writing team.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108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310896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3218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Profile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" y="3566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the candidate profile — no more copy-paste per application.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3108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9160" y="310896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3218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Job-Specific Versions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3566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tailored resume versions from the master profile for each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CareerOps Aims To Deliver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457200" cy="4572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" name="Text 4"/>
          <p:cNvSpPr/>
          <p:nvPr/>
        </p:nvSpPr>
        <p:spPr>
          <a:xfrm>
            <a:off x="320040" y="123444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complete candidate profiles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job descriptions against candidate profile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matching and missing keywords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tailored resume versions using AI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2743" cy="3566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1234440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resumes as PDF or DOCX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applications through a Kanban pipeline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analytics on application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performance trends &amp; insights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System Layers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216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/ UI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08960" y="12161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pages &amp; reusable components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1938528"/>
            <a:ext cx="859536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Logic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08960" y="2011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 for workflow orchestration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734056"/>
            <a:ext cx="8595360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07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Intelligence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108960" y="280720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&amp; LLM provider wrappers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3529584"/>
            <a:ext cx="8595360" cy="6858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602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108960" y="36027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normalized schema &amp; CRUD helpers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4325112"/>
            <a:ext cx="8595360" cy="68580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4398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Layer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108960" y="43982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DOCX generation utilities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Streamlit Was Chosen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Framework Decision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41605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Development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frontend with pure Python — no HTML/CSS/JS needed.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188720"/>
            <a:ext cx="41605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298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Integration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16459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connect forms, charts, data, and backend logic.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108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3108960"/>
            <a:ext cx="41605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3218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 Prototyping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" y="3566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Initial Prototype development timelines.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310896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9160" y="3108960"/>
            <a:ext cx="41605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3218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Focus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3566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the team to concentrate on AI workflow and database design.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Limitations We Learned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Development Challenges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3444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3075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feature loading becomes harder as the app grows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1947672"/>
            <a:ext cx="8595360" cy="594360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1947672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02082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management can become complex at scale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4320" y="2660904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266090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273405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frontend development is limited compared to React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4320" y="3374136"/>
            <a:ext cx="8595360" cy="594360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3374136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4472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interactive UI behavior is harder to control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4320" y="4087368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74320" y="4087368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production apps may benefit from React + JavaScript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User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Profile To Application Tracking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271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1280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select a master candidate profile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764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18105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fetch a job description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2951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2331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23408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AI model provider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28254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862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287121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match analysis and agent-based review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" y="33558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33924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4015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tailored resume version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39227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3931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resume as PDF or DOCX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65760" y="4416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65760" y="4453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44622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job into the application tracker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2CFC7F6-AFEF-E259-58CB-ABFA9339B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544" y="1030578"/>
            <a:ext cx="2522763" cy="4092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Writing Team Concept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" y="178308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2044" y="1737360"/>
            <a:ext cx="155448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52044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06524" y="1911096"/>
            <a:ext cx="1828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044" y="2331720"/>
            <a:ext cx="1554480" cy="14507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2044" y="23317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8833" y="2468880"/>
            <a:ext cx="1371600" cy="109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company name &amp; job title from the JD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089404" y="1737360"/>
            <a:ext cx="155448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89404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43884" y="1911096"/>
            <a:ext cx="1828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089404" y="2331720"/>
            <a:ext cx="1554480" cy="14507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089404" y="23317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208276" y="2468880"/>
            <a:ext cx="1371600" cy="88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&amp; summarizes company/role insights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26764" y="1737360"/>
            <a:ext cx="15544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26764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381244" y="1911096"/>
            <a:ext cx="1828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826764" y="2331720"/>
            <a:ext cx="1554480" cy="14507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826764" y="2331720"/>
            <a:ext cx="1554480" cy="45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921959" y="2468064"/>
            <a:ext cx="1371600" cy="985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resume against the job description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564124" y="1737360"/>
            <a:ext cx="1554480" cy="50292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64124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118604" y="1911096"/>
            <a:ext cx="1828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564124" y="2331720"/>
            <a:ext cx="1554480" cy="14507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564124" y="2331720"/>
            <a:ext cx="1554480" cy="4572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674505" y="2468880"/>
            <a:ext cx="1371600" cy="123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resume preserving factual accuracy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301484" y="1737360"/>
            <a:ext cx="155448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301484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Re-matcher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301484" y="2331720"/>
            <a:ext cx="1554480" cy="14507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301484" y="2331720"/>
            <a:ext cx="155448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411865" y="2467248"/>
            <a:ext cx="1371600" cy="986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Re-analyzes upgraded resume &amp; shows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Multi-Model AI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Model Providers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model — strong reasoning &amp; current knowledge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423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42316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GPT models with robust API reliability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6576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365760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767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model with real-time web access for up-to-date context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118872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118872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46320" y="1645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Alibaba's open-source model — accessible &amp; capable for free tier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2423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63440" y="242316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4632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46320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runner — offline, private, and cost-free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Usage &amp; Cost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Model Usage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Inputs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resumes &amp; JDs spike token use quickly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3756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Cost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37560" y="16459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call consumes tokens — design carefully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1887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6364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Tiers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16459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experimentation; less reliable for production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645920" y="3218688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645920" y="3218688"/>
            <a:ext cx="2743200" cy="54863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783080" y="3328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Models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783080" y="36758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reliability, stronger reasoning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0" y="3227015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0" y="3227015"/>
            <a:ext cx="2743200" cy="602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09160" y="3290207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Control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09160" y="3610247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Text-focused models reduce context generation cost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PostgreSQL Was A Good Choice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7" name="Text 4"/>
          <p:cNvSpPr/>
          <p:nvPr/>
        </p:nvSpPr>
        <p:spPr>
          <a:xfrm>
            <a:off x="320040" y="11887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relational database with reliable structure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hands-on experience helped in schema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 data is normalized across multiple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activity logs stored for tracking &amp; analytics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provides a strong base for future AI memory &amp; RAG workflows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143000"/>
            <a:ext cx="3246120" cy="347472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150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Relational?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15000" y="17830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— candidates, skills, experience, projects, certs, applications — maps perfectly to relational tables. Joins, constraints, and ACID compliance make the system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Tables In The Repository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26060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Table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`candidate`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profile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`technical_skills`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Categorized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`work_experience`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experience &amp; contributions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`education`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`projects`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portfolio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`certifications`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Certifications &amp; credentials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`applications`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tracking, match score, resume version,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`activity_log`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events &amp; status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Tracking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&amp; Dashboard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1600200" cy="457200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0" y="1188720"/>
            <a:ext cx="16002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01168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1188720"/>
            <a:ext cx="16002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74904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188720"/>
            <a:ext cx="160020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1188720"/>
            <a:ext cx="16002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2376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" y="2283551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total applications, interviews, offers &amp; conversion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 progress shown in the header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timeline records important user 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 visualizes trends &amp; resume version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Generation &amp; Versioning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Resume Output Flow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Profile → Markdown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5087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profile is converted to structured Markdown resume text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020824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2020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Writer Tailors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26771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 agent creates a job-specific resume version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77977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302666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versions are saved and selectable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53872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3538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3502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to PDF/DOCX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378561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 the preferred format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4297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" y="4261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File Naming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45445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named: Company_Role_Version — e.g. Google_DataAnalyst_v1.pdf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Resume Formatting Limitation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Area For Improvement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8595360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4864" cy="6675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&amp; DOCX Export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536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works, but alignment can still be improved for professional presentation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1947672"/>
            <a:ext cx="8595360" cy="667512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1947672"/>
            <a:ext cx="54864" cy="6675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002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Conversion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295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Markdown-to-document conversion can produce formatting inconsistencies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706624"/>
            <a:ext cx="8595360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706624"/>
            <a:ext cx="54864" cy="6675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Control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3054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layout needs more professional spacing and structure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465576"/>
            <a:ext cx="8595360" cy="667512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74320" y="3465576"/>
            <a:ext cx="54864" cy="6675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Engine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3813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versions should use stronger resume templates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4224528"/>
            <a:ext cx="8595360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74320" y="4224528"/>
            <a:ext cx="54864" cy="6675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Engine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rendering pipeline may produce cleaner final resumes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Packages Explored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Functionality Choices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routing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1188720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&amp; Plotly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charts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157984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157984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psycopg2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2569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connection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09160" y="2157984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9160" y="2157984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2569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3127248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74320" y="3127248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1148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SDKs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GenAI, OpenAI, Groq, Qwen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3127248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09160" y="3127248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4632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BeautifulSoup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46320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fetching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74320" y="4096512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274320" y="4096512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1148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markdown2 / fpdf2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11480" y="4507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PDF generation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09160" y="4096512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709160" y="4096512"/>
            <a:ext cx="41605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8463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python-docx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846320" y="4507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export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Codebase Is Organized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`app.py`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51760" y="1280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 and page routing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182880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`pages/`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51760" y="1920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resume gen, applications, analytics, profile, settings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246888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46888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`components/`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51760" y="2560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UI: header, Kanban, charts, timeline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74320" y="3108960"/>
            <a:ext cx="8595360" cy="548640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74320" y="310896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`data/`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651760" y="3200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(schema.sql) and query utilities (db_utils.py)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374904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74320" y="374904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`intelligence/`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651760" y="3840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matching, LLM providers, and LangChain agents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4389120"/>
            <a:ext cx="54864" cy="5486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7200" y="4480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`scripts/`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651760" y="44805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initialization scripts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Architecture Direction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Technical Improvements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271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1280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complex frontend workflows toward React + JavaScript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847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8836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18928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Python backend services for AI and database operations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4597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2496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250545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document rendering with professional resume templates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30723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3108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31181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long-term AI chat history and resume memory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" y="36850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37216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0120" y="37307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architecture for better context retrieval &amp; token efficiency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43342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43434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authentication, deployment, and production security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Architecture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Important For Future Development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298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History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6459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resume versions, job descriptions &amp; AI feedback as retrievable knowledge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251460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514600"/>
            <a:ext cx="4160520" cy="54864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" y="26243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Context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" y="29718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only relevant context — no need to send full history every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84048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384048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39502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Tokens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" y="42976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prompts = lower cost and better model efficiency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11887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1188720"/>
            <a:ext cx="4160520" cy="54864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00600" y="1298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00600" y="16459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career history, application patterns, and outcomes over time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251460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63440" y="251460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00600" y="26243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AI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00600" y="29718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increasingly intelligent recommendations as the dataset grows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9079992" cy="1005840"/>
          </a:xfrm>
          <a:prstGeom prst="rect">
            <a:avLst/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Learning Outcomes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Product Learnings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252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agent instructions strongly influence model output quality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74320" y="1810512"/>
            <a:ext cx="8595360" cy="530352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1810512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18745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support improves flexibility but increases integration complexity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74320" y="2432304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4320" y="2432304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24963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a strong foundation for structured application data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74320" y="3054096"/>
            <a:ext cx="8595360" cy="530352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3054096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11810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is excellent for fast development but limited for complex frontend behavior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274320" y="3675888"/>
            <a:ext cx="85953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74320" y="3675888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373989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generation needs both good AI output and good document formatting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274320" y="4297680"/>
            <a:ext cx="8595360" cy="530352"/>
          </a:xfrm>
          <a:prstGeom prst="rect">
            <a:avLst/>
          </a:prstGeom>
          <a:solidFill>
            <a:srgbClr val="EB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74320" y="4297680"/>
            <a:ext cx="54864" cy="5303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4361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development requires careful token, cost, and context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554480" y="8229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CareerOps — Summary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554480" y="1572768"/>
            <a:ext cx="6400800" cy="2743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54480" y="1691640"/>
            <a:ext cx="7223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repetitive resume tailoring with a structured AI workflow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design turns AI into a resume writing &amp; review team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provides a reliable and scalable data foundation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enabled rapid development and valuable learning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React-based, RAG-powered, production-ready career platform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7581" y="4177665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8204</TotalTime>
  <Words>1370</Words>
  <Application>Microsoft Office PowerPoint</Application>
  <PresentationFormat>On-screen Show (16:9)</PresentationFormat>
  <Paragraphs>278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CareerOps – AI-Powered Career Operating System</dc:title>
  <dc:subject>PptxGenJS Presentation</dc:subject>
  <dc:creator>PptxGenJS</dc:creator>
  <cp:lastModifiedBy>prashanth v</cp:lastModifiedBy>
  <cp:revision>4</cp:revision>
  <dcterms:created xsi:type="dcterms:W3CDTF">2026-05-06T02:11:45Z</dcterms:created>
  <dcterms:modified xsi:type="dcterms:W3CDTF">2026-05-12T15:52:23Z</dcterms:modified>
</cp:coreProperties>
</file>